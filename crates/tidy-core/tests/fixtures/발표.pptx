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발표자 메모: 질의응답 5분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분기 실적 발표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매출 12% 성장</a:t>
            </a:r>
          </a:p>
          <a:p>
            <a:r>
              <a:t>신규 고객 300명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다음 분기 계획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NAS 연동 출시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